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23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91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 — Page de titre : compléter nom, classe et date avant la soutenance.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2 — Sommaire complet des 15 diapositives.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3 — Contexte, objectif et public cible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4 — Justifier les choix de couleurs avec les codes hexadécimaux.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5 — Justifier les choix de polices et citer les sources d'inspiration.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6 — Présenter l'arborescence des fichiers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7 — Insérer ici de vraies captures d'écran des 5 pages avant la présentation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8 — Présenter un extrait de code JS et expliquer la logique derrière.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9 — Lister les composants Bootstrap utilisés et les techniques CSS avancées.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10 — Présenter les 10 commits, le workflow Git et donner le lien GitHub Pages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11 — 4 difficultés présentées (minimum 2 demandé), avec problème et solution clairement identifiés.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12 — Lister toutes les ressources et documentations consultées pendant le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13 — Quitter le PowerPoint et montrer le site en direct : dark mode, filtres, formulaire, responsive.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14 — Résumer les compétences acquises pendant la réalisation du projet AfriTalent.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15 — Présenter les axes d'évolution possibles du projet et conclure en invitant aux questions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ynaboudiacene8-pixel/Diacene-Seynabou-AfriTalen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eynaboudiacene8-pixel.github.io/Diacene-Seynabou-AfriTalent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731520"/>
            <a:ext cx="1828800" cy="1828800"/>
          </a:xfrm>
          <a:prstGeom prst="ellipse">
            <a:avLst/>
          </a:prstGeom>
          <a:solidFill>
            <a:srgbClr val="E8A020">
              <a:alpha val="2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freelance tech dédiée à l'Afrique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992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 Diacene Seynabou Diop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4198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: L1 IAGE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840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JUIN 2026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Page de titre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Sommaire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65506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Présentation du projet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165506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Choix de design (palette)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Choix de design (polices &amp; inspirations)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0" y="21214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Architecture (arborescence)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58775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Architecture (captures d'écran)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258775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Points techniques (JS)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05409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Points techniques (Bootstrap &amp; CSS)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305409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GitHub (commits, workflow, lien)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Difficultés rencontrées et solutions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352044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Ressources et documentation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98678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Démonstration live du site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398678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Conclusion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45312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Perspectives d'amélioration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de talents tech africains existent mais manquent de visibilité à l'international.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6517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plateforme web qui connecte freelances africains et entreprises du monde entier.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7220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26517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tech (développeurs, designers, data...) et entreprises cherchant des talents qualifiés.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— Palette de couleurs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1A7A4A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forêt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#1A7A4A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principale — confiance, croissance, Afrique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8A020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/ Doré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#E8A020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3840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— chaleur, valeur, énergie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1A1F2E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sombre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#1A1F2E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840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sombre &amp; contraste fort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28016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FAFAF7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Crème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#FAFAF7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3840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clair — douceur, lisibilité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inspirée du drapeau et de l'identité africaine : vert (terre, espoir), or (richesse), tons sombres pour le mode nuit.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— Polices &amp; inspirations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E8F5EE"/>
          </a:solidFill>
          <a:ln w="12700">
            <a:solidFill>
              <a:srgbClr val="C6E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— moderne, géométrique, forte présence visuelle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courant — excellente lisibilité, neutre et professionnelle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Importées depuis Google Fonts (CDN)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EF3DC"/>
          </a:solidFill>
          <a:ln w="12700">
            <a:solidFill>
              <a:srgbClr val="F0D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Inspirations UI/UX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 / Malt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075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plateforme freelance, mise en avant des profils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UI (navbar, cards, accordion, carousel)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337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Dribbble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630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visuelle pour le Bento Grid et le dark mode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1E2535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AfriTalent/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0120" y="1609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1892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freelances.html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2176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tarifs.html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about.html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743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contact.html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3026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style.css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3593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43000" y="3877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main.js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4160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images/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4443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docs/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HTML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581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page par fonctionnalité, navigation cohérente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212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fichier CSS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496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centralisées, dark mode, responsive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127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fichier JS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4107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logique interactive du site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9776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041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des rôles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3251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structure, CSS = style, JS = comportement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-381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Aperçu des pages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371600"/>
            <a:ext cx="13807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71600"/>
            <a:ext cx="1380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d'écran]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3101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Accueil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63931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étapes, catégories, témoignages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93392" y="123444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03120" y="1371600"/>
            <a:ext cx="13807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371600"/>
            <a:ext cx="1380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d'écran]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39112" y="33101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Freelances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39112" y="363931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filtrable par catégorie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12464" y="123444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22192" y="1371600"/>
            <a:ext cx="13807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1371600"/>
            <a:ext cx="1380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d'écran]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58184" y="33101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Tarifs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58184" y="363931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plans + FAQ en accordion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31536" y="123444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41264" y="1371600"/>
            <a:ext cx="13807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41264" y="1371600"/>
            <a:ext cx="1380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d'écran]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77256" y="33101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À propos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77256" y="363931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Histoire, équipe, valeurs, chiffres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50608" y="123444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0336" y="1371600"/>
            <a:ext cx="13807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1371600"/>
            <a:ext cx="1380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d'écran]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96328" y="33101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Contact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96328" y="363931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validé + carte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D7B5FD54-1092-4277-AEA0-660D7D26B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363949"/>
            <a:ext cx="1371600" cy="1986092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EBA1176E-7F04-4CC7-AFFC-F5A3714CC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611" y="1371600"/>
            <a:ext cx="1445261" cy="1939344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85AD4DC3-42A6-4D65-8F9F-92AC973D6D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1371600"/>
            <a:ext cx="1380236" cy="1828800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2E7206F6-801E-47BC-89CA-733B32FCEC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1939" y="1371600"/>
            <a:ext cx="1440098" cy="1892808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CFF00697-2D3D-452C-ABA4-3C5C1E3A94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4988" y="1371600"/>
            <a:ext cx="1457428" cy="18379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— JavaScript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1E2535"/>
          </a:solidFill>
          <a:ln w="12700">
            <a:solidFill>
              <a:srgbClr val="1E25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Compteur animé au scroll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obs = new IntersectionObserver(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11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entries =&gt;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03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entries.forEach(entry =&gt; {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A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(entry.isIntersecting) {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animerCompteur(entry.target);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81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obs.unobserve(entry.target);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374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A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66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59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{ threshold: 0.4 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07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6093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quand un élément entre dans la vue → déclenche l'animation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496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formulaire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7980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 + longueur minimum, erreurs affichées en temps réel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611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685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9867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la préférence dark mode entre les visites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— Bootstrap &amp; CSS avancé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E8F5EE"/>
          </a:solidFill>
          <a:ln w="12700">
            <a:solidFill>
              <a:srgbClr val="C6E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Bootstrap 5.3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 (navbar-expand-lg)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(témoignages)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(FAQ tarifs)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(freelances, blog, tarifs)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system (row / col-*)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Modales &amp; badges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EF3DC"/>
          </a:solidFill>
          <a:ln w="12700">
            <a:solidFill>
              <a:srgbClr val="F0D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avancé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(:root) pour le theming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via classe body.dark-mode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CSS personnalisée (Bento Grid)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 pour le texte fluide responsive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@keyframes (floatY)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(3 breakpoints)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Commits, workflow &amp; déploiement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937760" cy="3611880"/>
          </a:xfrm>
          <a:prstGeom prst="roundRect">
            <a:avLst>
              <a:gd name="adj" fmla="val 2532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07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commits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Initialisation du dépôt et structure 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425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Ajout des 5 pages avec Bootstrap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122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CSS : variables, typo, layout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3820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CSS : Bento Grid, hero, hover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CSS : responsive mobile/tablette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9215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JS : dark mode, navbar, retour haut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1912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JS : compteurs animés, fade-in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4610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JS : filtres freelances, validation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730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Finalisation : responsive, commentaires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0005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Déploiement : GitHub Pages, README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114300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0" y="19568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3408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297180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Lien GitHub Pages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3520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>
                    <a:lumMod val="9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https://github.com/seynaboudiacene8-pixel/Diacene-Seynabou-AfriTalent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6928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mis à jour à chaque commit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et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2700">
            <a:solidFill>
              <a:srgbClr val="C6E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435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Le dark mode ne s'appliquait pas à tous les composants Bootstrap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Surcharge des classes Bootstrap (.card, .text-muted...) avec body.dark-mode en CSS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EF3DC"/>
          </a:solidFill>
          <a:ln w="12700">
            <a:solidFill>
              <a:srgbClr val="F0D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579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Décalage de mise en page au scroll (navbar qui change de taille)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237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Fixation d'une hauteur minimale (min-height) sur la navbar pour éviter le saut visuel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 w="12700">
            <a:solidFill>
              <a:srgbClr val="C6E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723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Défilement horizontal indésirable sur mobile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Ajout de overflow-x: hidden sur html et body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EF3DC"/>
          </a:solidFill>
          <a:ln w="12700">
            <a:solidFill>
              <a:srgbClr val="F0D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867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Bouton 'retour en haut' visible dès le chargement de la page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3525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Classe .visible ajoutée/retirée dynamiquement via JS selon window.scrollY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et documentation utilisées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HTML, CSS, JavaScript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Docs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getbootstrap.com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0" y="1847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et grille Bootstrap 5.3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68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761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icons.getbootstrap.com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Icônes utilisées dans tout le site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468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761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fonts.google.com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 Poppins &amp; Lato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validator.w3.org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224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code HTML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56616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4F4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— IntersectionObserver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4224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 et fade-in au scroll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 du site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3017520"/>
          </a:xfrm>
          <a:prstGeom prst="roundRect">
            <a:avLst>
              <a:gd name="adj" fmla="val 3636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🖥️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sur le site en direct 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https://seynaboudiacene8-pixel.github.io/Diacene-Seynabou-AfriTalent/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188720" y="361188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611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+ dark mode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80360" y="361188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3611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freelances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361188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611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contact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361188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611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20040" cy="3200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du HTML5 sémantique et de l'accessibilité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20040" cy="3200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avancé : variables, dark mode, animations, responsive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320040" cy="3200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514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 : DOM, événements, IntersectionObserver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108960"/>
            <a:ext cx="7785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professionnelle de Git/GitHub avec 10 commits structurés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20040" cy="3200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réel d'un site via GitHub Pages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A7A4A">
              <a:alpha val="15000"/>
            </a:srgbClr>
          </a:solidFill>
          <a:ln w="12700">
            <a:solidFill>
              <a:srgbClr val="1A7A4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réelle (connexion/inscription)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8745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0" y="1783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base de données pour les profils freelances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31546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d'un vrai système de paiement (Mobile Money)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232A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246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69280" y="31546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multilingue (FR / EN)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— Questions ?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9173</TotalTime>
  <Words>1340</Words>
  <Application>Microsoft Office PowerPoint</Application>
  <PresentationFormat>Affichage à l'écran (16:9)</PresentationFormat>
  <Paragraphs>240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— Présentation du projet</dc:title>
  <dc:subject>PptxGenJS Presentation</dc:subject>
  <dc:creator>PptxGenJS</dc:creator>
  <cp:lastModifiedBy>AISSATOU</cp:lastModifiedBy>
  <cp:revision>12</cp:revision>
  <dcterms:created xsi:type="dcterms:W3CDTF">2026-06-17T03:06:59Z</dcterms:created>
  <dcterms:modified xsi:type="dcterms:W3CDTF">2026-06-23T12:30:30Z</dcterms:modified>
</cp:coreProperties>
</file>